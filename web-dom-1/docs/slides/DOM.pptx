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c359c1988_2_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ec359c1988_2_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Presentar el objetivo: entender primero el DOM con JavaScript puro y luego ver cómo Angular hace el mismo trabajo de forma más ordenada.</a:t>
            </a:r>
            <a:endParaRPr/>
          </a:p>
        </p:txBody>
      </p:sp>
      <p:sp>
        <p:nvSpPr>
          <p:cNvPr id="60" name="Google Shape;60;g3ec359c1988_2_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c359c1988_2_2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ec359c1988_2_2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Usar esta diapositiva para explicar la estructura: primero mi compañero muestra DOM puro; después yo muestro Angular y comparamos.</a:t>
            </a:r>
            <a:endParaRPr/>
          </a:p>
        </p:txBody>
      </p:sp>
      <p:sp>
        <p:nvSpPr>
          <p:cNvPr id="74" name="Google Shape;74;g3ec359c1988_2_2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c359c1988_2_4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ec359c1988_2_4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Explicar que DevTools no muestra solo el archivo HTML original, muestra el DOM real que existe en ese momento.</a:t>
            </a:r>
            <a:endParaRPr/>
          </a:p>
        </p:txBody>
      </p:sp>
      <p:sp>
        <p:nvSpPr>
          <p:cNvPr id="100" name="Google Shape;100;g3ec359c1988_2_4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c359c1988_2_6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ec359c1988_2_6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Mostrar el HTML y remarcar que los id son la forma de conectar el elemento con JavaScript. Luego explicar getElementById, addEventListener y textContent.</a:t>
            </a:r>
            <a:endParaRPr/>
          </a:p>
        </p:txBody>
      </p:sp>
      <p:sp>
        <p:nvSpPr>
          <p:cNvPr id="118" name="Google Shape;118;g3ec359c1988_2_6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c359c1988_2_7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ec359c1988_2_7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objetivo de esta diapositiva es mostrar la demo en vivo: Elements antes y después del click.</a:t>
            </a:r>
            <a:endParaRPr/>
          </a:p>
        </p:txBody>
      </p:sp>
      <p:sp>
        <p:nvSpPr>
          <p:cNvPr id="133" name="Google Shape;133;g3ec359c1988_2_7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359c1988_2_9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ec359c1988_2_9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decir que JavaScript puro está mal; decir que funciona, pero Angular ayuda cuando la aplicación crece.</a:t>
            </a:r>
            <a:endParaRPr/>
          </a:p>
        </p:txBody>
      </p:sp>
      <p:sp>
        <p:nvSpPr>
          <p:cNvPr id="149" name="Google Shape;149;g3ec359c1988_2_9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c359c1988_2_10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c359c1988_2_10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Explicar que el navegador no entiende {{ }} ni (click). Angular procesa esa sintaxis y actualiza el DOM real.</a:t>
            </a:r>
            <a:endParaRPr/>
          </a:p>
        </p:txBody>
      </p:sp>
      <p:sp>
        <p:nvSpPr>
          <p:cNvPr id="161" name="Google Shape;161;g3ec359c1988_2_10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c359c1988_2_11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ec359c1988_2_11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Indicar que este código es el que se puede pegar en dom-demo.ts. No hace falta memorizarlo; se explica por partes.</a:t>
            </a:r>
            <a:endParaRPr/>
          </a:p>
        </p:txBody>
      </p:sp>
      <p:sp>
        <p:nvSpPr>
          <p:cNvPr id="178" name="Google Shape;178;g3ec359c1988_2_11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c359c1988_2_13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ec359c1988_2_13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Explicar en orden: interpolación muestra datos, click escucha eventos, @for crea nodos de lista.</a:t>
            </a:r>
            <a:endParaRPr/>
          </a:p>
        </p:txBody>
      </p:sp>
      <p:sp>
        <p:nvSpPr>
          <p:cNvPr id="190" name="Google Shape;190;g3ec359c1988_2_13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359c1988_2_14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ec359c1988_2_14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Hacer la demo en vivo: mostrar que no aparece {{ title() }} en DevTools sino el texto final. Luego hacer click y mostrar el cambio.</a:t>
            </a:r>
            <a:endParaRPr/>
          </a:p>
        </p:txBody>
      </p:sp>
      <p:sp>
        <p:nvSpPr>
          <p:cNvPr id="203" name="Google Shape;203;g3ec359c1988_2_14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c359c1988_2_15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c359c1988_2_15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la comparación con la frase de la diapositiva. No decir que uno reemplaza al otro, sino que Angular abstrae y organiza la actualización del DOM.</a:t>
            </a:r>
            <a:endParaRPr/>
          </a:p>
        </p:txBody>
      </p:sp>
      <p:sp>
        <p:nvSpPr>
          <p:cNvPr id="217" name="Google Shape;217;g3ec359c1988_2_15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c359c1988_2_16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ec359c1988_2_16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diapositiva sirve como cierre y como guía para repartir la exposición.</a:t>
            </a:r>
            <a:endParaRPr/>
          </a:p>
        </p:txBody>
      </p:sp>
      <p:sp>
        <p:nvSpPr>
          <p:cNvPr id="232" name="Google Shape;232;g3ec359c1988_2_16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c359c1988_2_18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ec359c1988_2_18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Slide útil para recordar qué archivos se editan en el proyecto Angular.</a:t>
            </a:r>
            <a:endParaRPr/>
          </a:p>
        </p:txBody>
      </p:sp>
      <p:sp>
        <p:nvSpPr>
          <p:cNvPr id="246" name="Google Shape;246;g3ec359c1988_2_18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c359c1988_2_19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c359c1988_2_19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para pegar en src/app/dom-demo/dom-demo.ts, primera parte.</a:t>
            </a:r>
            <a:endParaRPr/>
          </a:p>
        </p:txBody>
      </p:sp>
      <p:sp>
        <p:nvSpPr>
          <p:cNvPr id="262" name="Google Shape;262;g3ec359c1988_2_19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c359c1988_2_20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ec359c1988_2_20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para pegar en src/app/dom-demo/dom-demo.ts, segunda parte.</a:t>
            </a:r>
            <a:endParaRPr/>
          </a:p>
        </p:txBody>
      </p:sp>
      <p:sp>
        <p:nvSpPr>
          <p:cNvPr id="271" name="Google Shape;271;g3ec359c1988_2_20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359c1988_2_21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ec359c1988_2_21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para pegar en src/app/dom-demo/dom-demo.html.</a:t>
            </a:r>
            <a:endParaRPr/>
          </a:p>
        </p:txBody>
      </p:sp>
      <p:sp>
        <p:nvSpPr>
          <p:cNvPr id="280" name="Google Shape;280;g3ec359c1988_2_21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c359c1988_2_22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ec359c1988_2_22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para pegar en src/app/dom-demo/dom-demo.css.</a:t>
            </a:r>
            <a:endParaRPr/>
          </a:p>
        </p:txBody>
      </p:sp>
      <p:sp>
        <p:nvSpPr>
          <p:cNvPr id="289" name="Google Shape;289;g3ec359c1988_2_22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4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4"/>
          <p:cNvSpPr/>
          <p:nvPr/>
        </p:nvSpPr>
        <p:spPr>
          <a:xfrm>
            <a:off x="7372547" y="4882896"/>
            <a:ext cx="1234473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DOM + Angular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377200" y="377190"/>
            <a:ext cx="8387558" cy="4389120"/>
          </a:xfrm>
          <a:prstGeom prst="rect">
            <a:avLst/>
          </a:prstGeom>
          <a:solidFill>
            <a:srgbClr val="0F172A">
              <a:alpha val="0"/>
            </a:srgbClr>
          </a:solidFill>
          <a:ln cap="flat" cmpd="sng" w="152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82946" y="1062990"/>
            <a:ext cx="7406837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El DOM y cómo Angular lo utiliza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17236" y="1975104"/>
            <a:ext cx="651527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Comparación práctica: JavaScript puro vs Angular 21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617236" y="2846070"/>
            <a:ext cx="1097309" cy="260604"/>
          </a:xfrm>
          <a:prstGeom prst="rect">
            <a:avLst/>
          </a:prstGeom>
          <a:solidFill>
            <a:srgbClr val="FFEDD5"/>
          </a:solidFill>
          <a:ln cap="flat" cmpd="sng" w="9525">
            <a:solidFill>
              <a:srgbClr val="FFEDD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HTML + JS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1851709" y="2846070"/>
            <a:ext cx="994437" cy="260604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E0F2F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DevTools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2983310" y="2846070"/>
            <a:ext cx="960146" cy="260604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EDE9F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Angular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617236" y="3566160"/>
            <a:ext cx="72696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central: el navegador crea el DOM; Angular lo actualiza por nosotros.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i="0" lang="es" sz="21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Ruta de la exposición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Primero vemos el DOM “a mano”, luego la versión Angular.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34938" y="114528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651527" y="123444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1028727" y="120015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se convierte en DOM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028727" y="144703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navegador transforma etiquetas en nodos.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34938" y="203682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EA580C"/>
          </a:solidFill>
          <a:ln cap="flat" cmpd="sng" w="12700">
            <a:solidFill>
              <a:srgbClr val="EA580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51527" y="212598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028727" y="209169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JavaScript modifica el DOM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028727" y="233857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Busca elementos, escucha eventos y cambia contenido.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34938" y="292836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7C3AED"/>
          </a:solidFill>
          <a:ln cap="flat" cmpd="sng" w="12700">
            <a:solidFill>
              <a:srgbClr val="7C3AE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651527" y="301752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028727" y="298323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Angular organiza el mismo proceso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028727" y="323011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Componentes, binding, eventos y estado.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718430" y="159105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6A34A"/>
          </a:solidFill>
          <a:ln cap="flat" cmpd="sng" w="12700">
            <a:solidFill>
              <a:srgbClr val="16A3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4835019" y="168021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5212219" y="164592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DevTools demuestra el cambio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212219" y="189280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Elements muestra el DOM vivo antes y después.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800728" y="3086100"/>
            <a:ext cx="31547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Mensaje clave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800728" y="3394710"/>
            <a:ext cx="34976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JavaScript puro: modifico el DOM directamente.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Angular: cambio datos y Angular actualiza el DOM.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i="0" lang="es" sz="21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¿Qué es el DOM?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DOM es la estructura viva que el navegador crea a partir del HTML.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14364" y="1165860"/>
            <a:ext cx="1577382" cy="51435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HTML que escribimos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571819" y="1165860"/>
            <a:ext cx="1645964" cy="51435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Navegador interpreta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697855" y="1165860"/>
            <a:ext cx="1645964" cy="51435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DOM en memoria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823892" y="1165860"/>
            <a:ext cx="1543091" cy="51435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UI visible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>
            <a:off x="2126037" y="1426464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4252073" y="1426464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18"/>
          <p:cNvCxnSpPr/>
          <p:nvPr/>
        </p:nvCxnSpPr>
        <p:spPr>
          <a:xfrm>
            <a:off x="6378110" y="1426464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18"/>
          <p:cNvSpPr/>
          <p:nvPr/>
        </p:nvSpPr>
        <p:spPr>
          <a:xfrm>
            <a:off x="548655" y="2228850"/>
            <a:ext cx="2194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Ejemplo de árbol DOM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48655" y="2571750"/>
            <a:ext cx="2914728" cy="154305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└── html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body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├── h1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├── 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├── ol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│   └── li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└── button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252073" y="2503170"/>
            <a:ext cx="3977746" cy="1440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Cada etiqueta se convierte en un nodo.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nodos forman una jerarquía tipo árbol.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JavaScript puede leer y modificar esos nodos.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Cuando el DOM cambia, la interfaz también cambia.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Ejemplo 1: DOM con HTML + JavaScript puro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código de tu compañero modifica el título usando el DOM directamente.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582946" y="1131570"/>
            <a:ext cx="3840582" cy="106299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&lt;h1 id="title"&gt;What is the DOM?&lt;/h1&gt;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id="btn"&gt;Update the title&lt;/button&gt;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651527" y="2434590"/>
            <a:ext cx="1371637" cy="37719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id="title"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228909" y="2434590"/>
            <a:ext cx="1165891" cy="37719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id="btn"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582946" y="3051810"/>
            <a:ext cx="390916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Arial"/>
              <a:buNone/>
            </a:pPr>
            <a:r>
              <a:rPr lang="e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Estos identificadores permiten que JavaScript encuentre los elementos en el DOM.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800728" y="1131570"/>
            <a:ext cx="3600546" cy="222885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const button = document.getElementById('btn');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const title = document.getElementById('title');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button.addEventListener('click', () =&gt; {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title.textContent = 'DOM updated';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800728" y="3600450"/>
            <a:ext cx="17831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Flujo del ejemplo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800728" y="3895344"/>
            <a:ext cx="3566255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Buscar nodo → escuchar click → cambiar textContent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DevTools: ver el cambio con JavaScript puro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La pestaña Elements muestra cómo el DOM cambia en vivo.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17236" y="1131570"/>
            <a:ext cx="3566255" cy="37719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Antes del click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617236" y="1680210"/>
            <a:ext cx="3566255" cy="54864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&lt;h1 id="title"&gt;What is the DOM?&lt;/h1&gt;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4937892" y="1131570"/>
            <a:ext cx="3566255" cy="37719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Después del click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4937892" y="1680210"/>
            <a:ext cx="3566255" cy="54864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&lt;h1 id="title"&gt;DOM updated&lt;/h1&gt;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0"/>
          <p:cNvCxnSpPr/>
          <p:nvPr/>
        </p:nvCxnSpPr>
        <p:spPr>
          <a:xfrm>
            <a:off x="4286364" y="1940814"/>
            <a:ext cx="514364" cy="0"/>
          </a:xfrm>
          <a:prstGeom prst="straightConnector1">
            <a:avLst/>
          </a:prstGeom>
          <a:noFill/>
          <a:ln cap="flat" cmpd="sng" w="30475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20"/>
          <p:cNvSpPr/>
          <p:nvPr/>
        </p:nvSpPr>
        <p:spPr>
          <a:xfrm>
            <a:off x="651527" y="2880360"/>
            <a:ext cx="3497673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Abrir DevTools con F12 o Inspect.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Entrar a la pestaña Elements.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Seleccionar el h1.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Hacer click en el botón y mirar el cambio.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4937892" y="2846070"/>
            <a:ext cx="29490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Frase para decir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4937892" y="3188970"/>
            <a:ext cx="336051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“Aquí vemos que JavaScript modificó directamente el DOM usando textContent.”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¿Cuál es el problema en apps grandes?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Manipular el DOM manualmente puede crecer rápido en complejidad.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617236" y="1062990"/>
            <a:ext cx="3429091" cy="243459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document.getElementById('title')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.textContent = 'Nuevo título';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document.getElementById('error')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.classList.add('active');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document.createElement('li');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list.appendChild(newItem);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4869310" y="1234440"/>
            <a:ext cx="3497673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Muchas búsquedas manuales de elementos.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Eventos conectados a mano.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Estados repartidos entre HTML y JavaScript.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Difícil mantener pantallas grandes.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4869310" y="3120390"/>
            <a:ext cx="28804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Aquí entra Angular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4869310" y="3463290"/>
            <a:ext cx="346338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Angular mantiene el DOM, pero nos permite actualizarlo mediante componentes, datos y templates.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Ejemplo 2: Angular trabaja con el DOM por nosotros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 Angular cambiamos estado; Angular refleja esos cambios en la interfaz.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617236" y="1062990"/>
            <a:ext cx="2160328" cy="44577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Componente TypeScript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3463382" y="1062990"/>
            <a:ext cx="1851709" cy="44577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Template HTML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6000910" y="1062990"/>
            <a:ext cx="1851709" cy="44577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DOM real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22"/>
          <p:cNvCxnSpPr/>
          <p:nvPr/>
        </p:nvCxnSpPr>
        <p:spPr>
          <a:xfrm>
            <a:off x="2880437" y="1289304"/>
            <a:ext cx="445782" cy="0"/>
          </a:xfrm>
          <a:prstGeom prst="straightConnector1">
            <a:avLst/>
          </a:prstGeom>
          <a:noFill/>
          <a:ln cap="flat" cmpd="sng" w="27925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22"/>
          <p:cNvCxnSpPr/>
          <p:nvPr/>
        </p:nvCxnSpPr>
        <p:spPr>
          <a:xfrm>
            <a:off x="5417964" y="1289304"/>
            <a:ext cx="445782" cy="0"/>
          </a:xfrm>
          <a:prstGeom prst="straightConnector1">
            <a:avLst/>
          </a:prstGeom>
          <a:noFill/>
          <a:ln cap="flat" cmpd="sng" w="27925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22"/>
          <p:cNvSpPr/>
          <p:nvPr/>
        </p:nvSpPr>
        <p:spPr>
          <a:xfrm>
            <a:off x="617236" y="1748790"/>
            <a:ext cx="2503237" cy="147447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title = signal('Título inicial');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changeTitle() {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this.title.set('Título actualizado');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3394800" y="1748790"/>
            <a:ext cx="2331782" cy="147447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&lt;h2&gt;{{ title() }}&lt;/h2&gt;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(click)="changeTitle()"&gt;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Cambiar título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6000910" y="1748790"/>
            <a:ext cx="2331782" cy="147447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&lt;h2&gt;Título inicial&lt;/h2&gt;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&lt;button&gt;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Cambiar título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Courier New"/>
              <a:buNone/>
            </a:pPr>
            <a:r>
              <a:rPr lang="es" sz="9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85818" y="3703320"/>
            <a:ext cx="768116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Angular interpreta la sintaxis especial del template y crea/actualiza nodos reales en el DOM.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Código Angular para mostrar: TypeScript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Estado con signals + métodos que actualizan datos.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514364" y="925830"/>
            <a:ext cx="4903601" cy="373761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import { Component, signal } from '@angular/core';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@Component({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selector: 'app-dom-demo',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imports: [],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templateUrl: './dom-demo.html',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styleUrl: './dom-demo.css',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export class DomDemo {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title = signal('Título inicial desde Angular');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tasks = signal([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{ id: 1, name: 'Estudiar HTML' },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{ id: 2, name: 'Entender el DOM' },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{ id: 3, name: 'Ver Angular en DevTools' },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]);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changeTitle() {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this.title.set('Título actualizado desde TypeScript');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addTask() {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this.tasks.update((currentTasks) =&gt; [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...currentTasks,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{ id: Date.now(), name: 'Nueva tarea agregada al DOM' },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]);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5863746" y="1062990"/>
            <a:ext cx="2743273" cy="1851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title es el estado que se muestra en pantalla.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changeTitle cambia el valor del signal.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tasks es una lista que Angular renderiza.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addTask agrega un elemento; Angular crea un nuevo li.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5863746" y="3257550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Frase clave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5863746" y="3566160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Arial"/>
              <a:buNone/>
            </a:pPr>
            <a:r>
              <a:rPr b="1" lang="es" sz="15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“En Angular no busco el elemento; cambio el dato.”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Código Angular para mostrar: Template HTML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Binding, eventos y renderizado de lista.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514364" y="925830"/>
            <a:ext cx="4903601" cy="373761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&lt;section class="dom-demo"&gt;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&lt;h2&gt;{{ title() }}&lt;/h2&gt;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&lt;p class="description"&gt;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Este componente demuestra cómo Angular modifica el DOM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cuando cambian los datos del componente.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&lt;/p&gt;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&lt;div class="actions"&gt;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&lt;button type="button" (click)="changeTitle()"&gt;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Cambiar título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&lt;/button&gt;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&lt;button type="button" (click)="addTask()"&gt;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Agregar tarea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&lt;/button&gt;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&lt;/div&gt;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&lt;ul&gt;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@for (task of tasks(); track task.id) {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&lt;li&gt;{{ task.name }}&lt;/li&gt;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&lt;/ul&gt;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600"/>
              <a:buFont typeface="Courier New"/>
              <a:buNone/>
            </a:pPr>
            <a:r>
              <a:rPr lang="es" sz="6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&lt;/section&gt;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5863746" y="1062990"/>
            <a:ext cx="2331782" cy="54864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{{ title() }}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Interpolación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5863746" y="1920240"/>
            <a:ext cx="2331782" cy="54864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(click)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Event binding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5863746" y="2777490"/>
            <a:ext cx="2331782" cy="54864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@for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"/>
              <a:buNone/>
            </a:pPr>
            <a:r>
              <a:rPr b="1" lang="es" sz="13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Crear elementos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5863746" y="3669030"/>
            <a:ext cx="233178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Estos tres puntos explican cómo Angular se conecta con el DOM.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DevTools: ver el DOM en Angular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 Elements vemos el resultado real, no la sintaxis Angular.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651527" y="1165860"/>
            <a:ext cx="3600546" cy="78867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Código Angular: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&lt;h2&gt;{{ title() }}&lt;/h2&gt;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4835019" y="1165860"/>
            <a:ext cx="3600546" cy="78867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DevTools / DOM real: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&lt;h2&gt;Título inicial desde Angular&lt;/h2&gt;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25"/>
          <p:cNvCxnSpPr/>
          <p:nvPr/>
        </p:nvCxnSpPr>
        <p:spPr>
          <a:xfrm>
            <a:off x="4320655" y="1556766"/>
            <a:ext cx="397775" cy="0"/>
          </a:xfrm>
          <a:prstGeom prst="straightConnector1">
            <a:avLst/>
          </a:prstGeom>
          <a:noFill/>
          <a:ln cap="flat" cmpd="sng" w="30475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25"/>
          <p:cNvSpPr/>
          <p:nvPr/>
        </p:nvSpPr>
        <p:spPr>
          <a:xfrm>
            <a:off x="651527" y="2503170"/>
            <a:ext cx="3772001" cy="1440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Abrir DevTools con F12.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Ir a Elements.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Buscar app-root y app-dom-demo.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Seleccionar el h2.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Hacer click en “Cambiar título”.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4835019" y="2503170"/>
            <a:ext cx="3017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Demostración visual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4835019" y="2846070"/>
            <a:ext cx="3326219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 texto del h2 cambia en vivo. Luego, al agregar tarea, aparece un nuevo &lt;li&gt; dentro del &lt;ul&gt;.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Comparación final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Ambos modifican el DOM, pero de manera diferente.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582946" y="994410"/>
            <a:ext cx="3703419" cy="41148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JavaScript puro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4835019" y="994410"/>
            <a:ext cx="3703419" cy="41148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Angular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582946" y="1611630"/>
            <a:ext cx="3703419" cy="120015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const title = document.getElementById('title');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button.addEventListener('click', () =&gt; {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title.textContent = 'DOM updated';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4835019" y="1611630"/>
            <a:ext cx="3703419" cy="120015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&lt;h2&gt;{{ title() }}&lt;/h2&gt;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(click)="changeTitle()"&gt;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Cambiar título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651527" y="3120390"/>
            <a:ext cx="3429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Busco nodos manualmente.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Agrego eventos manualmente.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Modifico textContent/classList/etc.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4903601" y="3120390"/>
            <a:ext cx="34290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Uso binding en el template.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Cambio datos en TypeScript.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Angular actualiza el DOM.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685818" y="4286250"/>
            <a:ext cx="768116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Idea final: JavaScript puro manipula el DOM directamente; Angular lo administra mediante componentes y estado.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Guion para exponerlo entre dos personas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Qué dice cada uno durante la demo.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48655" y="1062990"/>
            <a:ext cx="3874873" cy="37719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Compañero: HTML + JS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651527" y="1611630"/>
            <a:ext cx="3429091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Explica que el HTML se convierte en DOM.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Muestra getElementById para buscar nodos.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Muestra addEventListener para escuchar click.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Cambia textContent y lo verifica en DevTools.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4800728" y="1062990"/>
            <a:ext cx="3874873" cy="37719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Tú: Angular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4903601" y="1611630"/>
            <a:ext cx="3429091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Muestras el componente DomDemo.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Explicas {{ title() }} como interpolación.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Explicas (click) como evento del DOM.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Cambias signals y Angular actualiza Elements.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651527" y="3429000"/>
            <a:ext cx="226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Cierre recomendado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651527" y="3737610"/>
            <a:ext cx="76125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lang="es" sz="17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“Angular no reemplaza el DOM. Angular trabaja sobre el DOM, pero nos evita manipularlo manualmente en cada cambio.”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Códigos que debes pegar en Angular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Archivos principales para tu demo.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582946" y="925830"/>
            <a:ext cx="1577382" cy="37719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app.ts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582946" y="1405890"/>
            <a:ext cx="2674691" cy="16459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import { Component } from '@angular/core';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import { DomDemo } from './dom-demo/dom-demo';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@Component({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selector: 'app-root',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imports: [DomDemo],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templateUrl: './app.html',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styleUrl: './app.css',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export class App {}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3394800" y="925830"/>
            <a:ext cx="1577382" cy="37719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app.html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8"/>
          <p:cNvSpPr/>
          <p:nvPr/>
        </p:nvSpPr>
        <p:spPr>
          <a:xfrm>
            <a:off x="3394800" y="1405890"/>
            <a:ext cx="2674691" cy="16459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&lt;main class="app-container"&gt;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&lt;h1&gt;Angular DOM Demo&lt;/h1&gt;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En esta práctica vamos a ver cómo Angular utiliza el DOM.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&lt;/p&gt;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&lt;app-dom-demo /&gt;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&lt;/main&gt;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6206655" y="925830"/>
            <a:ext cx="1577382" cy="37719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lang="es" sz="14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dom-demo.*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6206655" y="1474470"/>
            <a:ext cx="2228909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Pega el TypeScript y HTML detallados de las diapositivas anteriores en: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6206655" y="2057400"/>
            <a:ext cx="2228909" cy="8229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src/app/dom-demo/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dom-demo.ts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dom-demo.html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dom-demo.css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2777564" y="3874770"/>
            <a:ext cx="35662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Después ejecuta: ng serve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8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Anexo: dom-demo.ts para pegar (1/2)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Primera parte del componente Angular.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548655" y="925830"/>
            <a:ext cx="8024074" cy="366903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import { Component, signal } from '@angular/core';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@Component({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selector: 'app-dom-demo',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imports: [],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templateUrl: './dom-demo.html',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styleUrl: './dom-demo.css',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export class DomDemo {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title = signal('Título inicial desde Angular');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tasks = signal([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{ id: 1, name: 'Estudiar HTML' },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{ id: 2, name: 'Entender el DOM' },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{ id: 3, name: 'Ver Angular en DevTools' },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urier New"/>
              <a:buNone/>
            </a:pPr>
            <a:r>
              <a:rPr lang="es" sz="11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]);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Anexo: dom-demo.ts para pegar (2/2)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Métodos que modifican el estado; Angular actualiza el DOM.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548655" y="925830"/>
            <a:ext cx="8024074" cy="387477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changeTitle() {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this.title.set('Título actualizado desde TypeScript');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addTask() {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this.tasks.update((currentTasks) =&gt; [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...currentTasks,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{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id: Date.now(),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name: 'Nueva tarea agregada al DOM',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},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]);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resetDemo() {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this.title.set('Título inicial desde Angular');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this.tasks.set([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{ id: 1, name: 'Estudiar HTML' },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{ id: 2, name: 'Entender el DOM' },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{ id: 3, name: 'Ver Angular en DevTools' },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]);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lang="es" sz="10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Anexo: dom-demo.html para pegar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Template del componente para la demo del DOM.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548655" y="994410"/>
            <a:ext cx="8024074" cy="394335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&lt;section class="dom-demo"&gt;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&lt;h2&gt;{{ title() }}&lt;/h2&gt;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&lt;p class="description"&gt;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Este componente demuestra cómo Angular modifica el DOM cuando cambian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los datos del componente.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&lt;/p&gt;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&lt;div class="actions"&gt;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&lt;button type="button" (click)="changeTitle()"&gt;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Cambiar título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&lt;/button&gt;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&lt;button type="button" (click)="addTask()"&gt;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Agregar tarea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&lt;/button&gt;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&lt;button type="button" (click)="resetDemo()"&gt;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Reiniciar demo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&lt;/button&gt;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&lt;/div&gt;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&lt;h3&gt;Lista renderizada por Angular&lt;/h3&gt;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&lt;ul&gt;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@for (task of tasks(); track task.id) {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&lt;li&gt;{{ task.name }}&lt;/li&gt;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&lt;/ul&gt;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urier New"/>
              <a:buNone/>
            </a:pPr>
            <a:r>
              <a:rPr lang="es" sz="8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&lt;/section&gt;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1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lang="es" sz="21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Anexo: CSS básico para pegar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2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Estilos simples para que la demo se vea ordenada.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548655" y="994410"/>
            <a:ext cx="8024074" cy="394335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.dom-demo {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margin-top: 32px;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24px;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border: 1px solid #d0d0d0;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border-radius: 12px;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#fafafa;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.description {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margin-bottom: 20px;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color: #444;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.actions {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display: flex;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gap: 12px;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flex-wrap: wrap;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margin-bottom: 24px;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button {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10px 14px;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border: 1px solid #222;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border-radius: 8px;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white;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cursor: pointer;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button:hover {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#eeeeee;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ul { padding-left: 24px; 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00"/>
              <a:buFont typeface="Courier New"/>
              <a:buNone/>
            </a:pPr>
            <a:r>
              <a:rPr lang="es" sz="700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li { margin-bottom: 8px; }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2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" sz="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